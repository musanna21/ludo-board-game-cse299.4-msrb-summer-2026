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1764" y="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-1"/>
            <a:ext cx="9144002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66" name="Group 65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67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68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9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0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71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2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3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4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5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6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7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8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9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0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1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2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3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4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5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6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7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8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9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0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1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2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3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4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5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96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7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8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9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0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1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2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3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4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5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6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7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08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9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0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1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2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3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4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5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6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7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8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9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0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00238" y="1122363"/>
            <a:ext cx="6593681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900238" y="3602038"/>
            <a:ext cx="6593681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801052" y="5410202"/>
            <a:ext cx="2057400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900237" y="5410202"/>
            <a:ext cx="3843665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915603" y="5410200"/>
            <a:ext cx="578317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2284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le 1"/>
          <p:cNvSpPr>
            <a:spLocks noGrp="1"/>
          </p:cNvSpPr>
          <p:nvPr>
            <p:ph type="title"/>
          </p:nvPr>
        </p:nvSpPr>
        <p:spPr>
          <a:xfrm>
            <a:off x="856060" y="618518"/>
            <a:ext cx="7429499" cy="147857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8" name="Content Placeholder 2"/>
          <p:cNvSpPr>
            <a:spLocks noGrp="1"/>
          </p:cNvSpPr>
          <p:nvPr>
            <p:ph idx="1"/>
          </p:nvPr>
        </p:nvSpPr>
        <p:spPr>
          <a:xfrm>
            <a:off x="856060" y="2249487"/>
            <a:ext cx="7429499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9" name="Date Placeholder 3"/>
          <p:cNvSpPr>
            <a:spLocks noGrp="1"/>
          </p:cNvSpPr>
          <p:nvPr>
            <p:ph type="dt" sz="half" idx="10"/>
          </p:nvPr>
        </p:nvSpPr>
        <p:spPr>
          <a:xfrm>
            <a:off x="5592691" y="5883277"/>
            <a:ext cx="2057400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50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56059" y="5883276"/>
            <a:ext cx="467948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5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707241" y="5883275"/>
            <a:ext cx="578317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4883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8" y="1419227"/>
            <a:ext cx="74295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6058" y="4424362"/>
            <a:ext cx="74295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95442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56058" y="2249486"/>
            <a:ext cx="3658792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1" y="2249486"/>
            <a:ext cx="3656408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45206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8" y="619127"/>
            <a:ext cx="74295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78902" y="2249486"/>
            <a:ext cx="3435949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56058" y="3073398"/>
            <a:ext cx="3658793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51992" y="2249485"/>
            <a:ext cx="3433565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3073398"/>
            <a:ext cx="3656408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35100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89389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71449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0029" y="609601"/>
            <a:ext cx="2892028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67150" y="592666"/>
            <a:ext cx="4418407" cy="519853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0029" y="2249486"/>
            <a:ext cx="2892028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54674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61" y="609600"/>
            <a:ext cx="3753962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32866" y="609600"/>
            <a:ext cx="3452693" cy="5181602"/>
          </a:xfrm>
          <a:prstGeom prst="round2DiagRect">
            <a:avLst>
              <a:gd name="adj1" fmla="val 6074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59" y="2249486"/>
            <a:ext cx="3753964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64005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8" y="4304665"/>
            <a:ext cx="7434266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56058" y="606426"/>
            <a:ext cx="7434266" cy="3299778"/>
          </a:xfrm>
          <a:prstGeom prst="round2DiagRect">
            <a:avLst>
              <a:gd name="adj1" fmla="val 5101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24" y="5124020"/>
            <a:ext cx="7433144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20512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93" y="609600"/>
            <a:ext cx="7429466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58" y="4419600"/>
            <a:ext cx="7428344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28495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4659" y="609600"/>
            <a:ext cx="6977064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290484" y="3365557"/>
            <a:ext cx="6564224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58" y="4309919"/>
            <a:ext cx="74295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2" name="TextBox 51"/>
          <p:cNvSpPr txBox="1"/>
          <p:nvPr/>
        </p:nvSpPr>
        <p:spPr>
          <a:xfrm>
            <a:off x="696579" y="718458"/>
            <a:ext cx="4572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817473" y="2764972"/>
            <a:ext cx="4572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53255347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8" y="2134042"/>
            <a:ext cx="74295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23" y="4657655"/>
            <a:ext cx="7428379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076912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856060" y="609600"/>
            <a:ext cx="74294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856058" y="2674463"/>
            <a:ext cx="2397674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856059" y="3360263"/>
            <a:ext cx="2396432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86075" y="2677635"/>
            <a:ext cx="238828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386075" y="3363435"/>
            <a:ext cx="238895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889332" y="2674463"/>
            <a:ext cx="2396226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5889332" y="3360263"/>
            <a:ext cx="2396226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09852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856059" y="609600"/>
            <a:ext cx="74294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856060" y="4404596"/>
            <a:ext cx="239643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856060" y="2666998"/>
            <a:ext cx="239643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18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856060" y="4980859"/>
            <a:ext cx="239643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66790" y="4404596"/>
            <a:ext cx="24003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366790" y="2666998"/>
            <a:ext cx="2399205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18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365695" y="4980857"/>
            <a:ext cx="24003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889426" y="4404595"/>
            <a:ext cx="2393056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889332" y="2666998"/>
            <a:ext cx="2396227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18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5889332" y="4980855"/>
            <a:ext cx="2396226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cap="all" baseline="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477031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603397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781801" y="609600"/>
            <a:ext cx="1503758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56057" y="609600"/>
            <a:ext cx="5811443" cy="51816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3992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-1"/>
            <a:ext cx="9144002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9041774" cy="6858001"/>
            <a:chOff x="-14288" y="0"/>
            <a:chExt cx="9041774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8352798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56060" y="618518"/>
            <a:ext cx="7429499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6060" y="2249487"/>
            <a:ext cx="74294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592691" y="5883277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56059" y="5883276"/>
            <a:ext cx="46794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707241" y="5883275"/>
            <a:ext cx="578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399871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835769" y="23446"/>
            <a:ext cx="4308231" cy="439127"/>
          </a:xfrm>
        </p:spPr>
        <p:txBody>
          <a:bodyPr>
            <a:normAutofit/>
          </a:bodyPr>
          <a:lstStyle/>
          <a:p>
            <a:r>
              <a:rPr sz="2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CSE299 Junior Design Project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0" y="481744"/>
            <a:ext cx="9144000" cy="2005135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1750"/>
          </a:effectLst>
        </p:spPr>
        <p:txBody>
          <a:bodyPr>
            <a:noAutofit/>
          </a:bodyPr>
          <a:lstStyle/>
          <a:p>
            <a:pPr algn="r"/>
            <a:r>
              <a:rPr sz="4000" dirty="0">
                <a:solidFill>
                  <a:schemeClr val="tx1">
                    <a:lumMod val="95000"/>
                  </a:schemeClr>
                </a:solidFill>
                <a:latin typeface="Berlin Sans FB Demi" panose="020E0802020502020306" pitchFamily="34" charset="0"/>
              </a:rPr>
              <a:t>Web-Based Real-Time Multiplayer </a:t>
            </a:r>
            <a:endParaRPr lang="en-US" sz="4000" dirty="0">
              <a:solidFill>
                <a:schemeClr val="tx1">
                  <a:lumMod val="95000"/>
                </a:schemeClr>
              </a:solidFill>
              <a:latin typeface="Berlin Sans FB Demi" panose="020E0802020502020306" pitchFamily="34" charset="0"/>
            </a:endParaRPr>
          </a:p>
          <a:p>
            <a:pPr algn="r"/>
            <a:r>
              <a:rPr sz="4000" dirty="0">
                <a:solidFill>
                  <a:schemeClr val="tx1">
                    <a:lumMod val="95000"/>
                  </a:schemeClr>
                </a:solidFill>
                <a:latin typeface="Berlin Sans FB Demi" panose="020E0802020502020306" pitchFamily="34" charset="0"/>
              </a:rPr>
              <a:t>Ludo</a:t>
            </a:r>
            <a:r>
              <a:rPr lang="en-US" sz="4000" dirty="0">
                <a:solidFill>
                  <a:schemeClr val="tx1">
                    <a:lumMod val="95000"/>
                  </a:schemeClr>
                </a:solidFill>
                <a:latin typeface="Berlin Sans FB Demi" panose="020E0802020502020306" pitchFamily="34" charset="0"/>
              </a:rPr>
              <a:t> </a:t>
            </a:r>
            <a:r>
              <a:rPr sz="4000" dirty="0">
                <a:solidFill>
                  <a:schemeClr val="tx1">
                    <a:lumMod val="95000"/>
                  </a:schemeClr>
                </a:solidFill>
                <a:latin typeface="Berlin Sans FB Demi" panose="020E0802020502020306" pitchFamily="34" charset="0"/>
              </a:rPr>
              <a:t>Gam</a:t>
            </a:r>
            <a:r>
              <a:rPr lang="en-US" sz="4000" dirty="0">
                <a:solidFill>
                  <a:schemeClr val="tx1">
                    <a:lumMod val="95000"/>
                  </a:schemeClr>
                </a:solidFill>
                <a:latin typeface="Berlin Sans FB Demi" panose="020E0802020502020306" pitchFamily="34" charset="0"/>
              </a:rPr>
              <a:t>e </a:t>
            </a:r>
          </a:p>
          <a:p>
            <a:r>
              <a:rPr sz="3600" dirty="0">
                <a:solidFill>
                  <a:schemeClr val="accent5">
                    <a:lumMod val="75000"/>
                  </a:schemeClr>
                </a:solidFill>
                <a:latin typeface="Berlin Sans FB Demi" panose="020E0802020502020306" pitchFamily="34" charset="0"/>
              </a:rPr>
              <a:t>Team</a:t>
            </a:r>
            <a:r>
              <a:rPr lang="en-US" sz="3600" dirty="0">
                <a:solidFill>
                  <a:schemeClr val="accent5">
                    <a:lumMod val="75000"/>
                  </a:schemeClr>
                </a:solidFill>
                <a:latin typeface="Berlin Sans FB Demi" panose="020E0802020502020306" pitchFamily="34" charset="0"/>
              </a:rPr>
              <a:t> Project</a:t>
            </a:r>
          </a:p>
          <a:p>
            <a:r>
              <a:rPr sz="3600" dirty="0">
                <a:solidFill>
                  <a:schemeClr val="accent5">
                    <a:lumMod val="75000"/>
                  </a:schemeClr>
                </a:solidFill>
                <a:latin typeface="Berlin Sans FB Demi" panose="020E0802020502020306" pitchFamily="34" charset="0"/>
              </a:rPr>
              <a:t> Proposal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913496AF-BAE2-25AA-0FB8-30981CF41DC6}"/>
              </a:ext>
            </a:extLst>
          </p:cNvPr>
          <p:cNvSpPr txBox="1">
            <a:spLocks/>
          </p:cNvSpPr>
          <p:nvPr/>
        </p:nvSpPr>
        <p:spPr>
          <a:xfrm>
            <a:off x="5990492" y="4852865"/>
            <a:ext cx="3153508" cy="200513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Berlin Sans FB Demi" panose="020E0802020502020306" pitchFamily="34" charset="0"/>
              </a:rPr>
              <a:t>By</a:t>
            </a:r>
          </a:p>
          <a:p>
            <a:pPr algn="r"/>
            <a:r>
              <a:rPr lang="en-US" sz="14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Berlin Sans FB Demi" panose="020E0802020502020306" pitchFamily="34" charset="0"/>
              </a:rPr>
              <a:t>Musanna</a:t>
            </a: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Berlin Sans FB Demi" panose="020E0802020502020306" pitchFamily="34" charset="0"/>
              </a:rPr>
              <a:t> Ibn Amin 2233285042 </a:t>
            </a:r>
          </a:p>
          <a:p>
            <a:pPr algn="r"/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Berlin Sans FB Demi" panose="020E0802020502020306" pitchFamily="34" charset="0"/>
              </a:rPr>
              <a:t>Mohiuddin Sefat 2231193642 </a:t>
            </a:r>
          </a:p>
          <a:p>
            <a:pPr algn="r"/>
            <a:r>
              <a:rPr lang="en-US" sz="14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Berlin Sans FB Demi" panose="020E0802020502020306" pitchFamily="34" charset="0"/>
              </a:rPr>
              <a:t>Sakiha</a:t>
            </a: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Berlin Sans FB Demi" panose="020E0802020502020306" pitchFamily="34" charset="0"/>
              </a:rPr>
              <a:t> Zaman 2233351642 </a:t>
            </a:r>
          </a:p>
          <a:p>
            <a:pPr algn="r"/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Berlin Sans FB Demi" panose="020E0802020502020306" pitchFamily="34" charset="0"/>
              </a:rPr>
              <a:t>Ishraq Hossain Rodro 2311675042 </a:t>
            </a:r>
          </a:p>
          <a:p>
            <a:pPr algn="r"/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Berlin Sans FB Demi" panose="020E0802020502020306" pitchFamily="34" charset="0"/>
              </a:rPr>
              <a:t>Shihab Uddin Patwary 2132685642 </a:t>
            </a:r>
          </a:p>
          <a:p>
            <a:pPr algn="r"/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Berlin Sans FB Demi" panose="020E0802020502020306" pitchFamily="34" charset="0"/>
              </a:rPr>
              <a:t>Md. </a:t>
            </a:r>
            <a:r>
              <a:rPr lang="en-US" sz="14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Berlin Sans FB Demi" panose="020E0802020502020306" pitchFamily="34" charset="0"/>
              </a:rPr>
              <a:t>Sajidul</a:t>
            </a: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Berlin Sans FB Demi" panose="020E0802020502020306" pitchFamily="34" charset="0"/>
              </a:rPr>
              <a:t> Islam 2121935642</a:t>
            </a:r>
            <a:endParaRPr lang="en-US" sz="1400" dirty="0">
              <a:solidFill>
                <a:schemeClr val="bg1">
                  <a:lumMod val="95000"/>
                </a:schemeClr>
              </a:solidFill>
              <a:latin typeface="Berlin Sans FB Demi" panose="020E0802020502020306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BEDE60A-9A15-3567-FB22-2840A211E1E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"/>
          </a:blip>
          <a:stretch>
            <a:fillRect/>
          </a:stretch>
        </p:blipFill>
        <p:spPr>
          <a:xfrm>
            <a:off x="0" y="856163"/>
            <a:ext cx="9144000" cy="514567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4000" dirty="0"/>
              <a:t>Introduction &amp; Motivation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rPr dirty="0"/>
              <a:t>Popular board game brought to the web</a:t>
            </a:r>
          </a:p>
          <a:p>
            <a:pPr>
              <a:defRPr sz="2200"/>
            </a:pPr>
            <a:r>
              <a:rPr dirty="0"/>
              <a:t>No installation required</a:t>
            </a:r>
          </a:p>
          <a:p>
            <a:pPr>
              <a:defRPr sz="2200"/>
            </a:pPr>
            <a:r>
              <a:rPr dirty="0"/>
              <a:t>Accessible from desktop and mobile</a:t>
            </a:r>
          </a:p>
          <a:p>
            <a:pPr>
              <a:defRPr sz="2200"/>
            </a:pPr>
            <a:r>
              <a:rPr dirty="0"/>
              <a:t>Real-time multiplayer experience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8E25B9B-08C9-4929-71F7-5CF281988ADE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"/>
          </a:blip>
          <a:stretch>
            <a:fillRect/>
          </a:stretch>
        </p:blipFill>
        <p:spPr>
          <a:xfrm>
            <a:off x="0" y="1143000"/>
            <a:ext cx="9144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4000" dirty="0"/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rPr dirty="0"/>
              <a:t>Real-time synchronization</a:t>
            </a:r>
            <a:endParaRPr lang="en-US" dirty="0"/>
          </a:p>
          <a:p>
            <a:pPr>
              <a:defRPr sz="2200"/>
            </a:pPr>
            <a:r>
              <a:rPr lang="en-US" dirty="0"/>
              <a:t>Account creation and authentication </a:t>
            </a:r>
            <a:endParaRPr dirty="0"/>
          </a:p>
          <a:p>
            <a:pPr>
              <a:defRPr sz="2200"/>
            </a:pPr>
            <a:r>
              <a:rPr dirty="0"/>
              <a:t>Cross-device compatibility</a:t>
            </a:r>
          </a:p>
          <a:p>
            <a:pPr>
              <a:defRPr sz="2200"/>
            </a:pPr>
            <a:r>
              <a:rPr dirty="0"/>
              <a:t>Lobby &amp; matchmaking</a:t>
            </a:r>
          </a:p>
          <a:p>
            <a:pPr>
              <a:defRPr sz="2200"/>
            </a:pPr>
            <a:r>
              <a:rPr dirty="0"/>
              <a:t>Reliable state management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A8EB2B3-57F1-B9D5-11C8-40231839830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"/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4000" dirty="0"/>
              <a:t>System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rPr dirty="0"/>
              <a:t>Client: React.js</a:t>
            </a:r>
          </a:p>
          <a:p>
            <a:pPr>
              <a:defRPr sz="2200"/>
            </a:pPr>
            <a:r>
              <a:rPr dirty="0"/>
              <a:t>Server: Node.js + Express</a:t>
            </a:r>
          </a:p>
          <a:p>
            <a:pPr>
              <a:defRPr sz="2200"/>
            </a:pPr>
            <a:r>
              <a:rPr dirty="0"/>
              <a:t>Realtime: Socket.io</a:t>
            </a:r>
          </a:p>
          <a:p>
            <a:pPr>
              <a:defRPr sz="2200"/>
            </a:pPr>
            <a:r>
              <a:rPr dirty="0"/>
              <a:t>Database: MongoDB/PostgreSQL</a:t>
            </a:r>
          </a:p>
          <a:p>
            <a:pPr>
              <a:defRPr sz="2200"/>
            </a:pPr>
            <a:r>
              <a:rPr dirty="0"/>
              <a:t>Server authoritative game logic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E639D47-C45F-82DC-C89C-BFFB2A95110C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"/>
          </a:blip>
          <a:stretch>
            <a:fillRect/>
          </a:stretch>
        </p:blipFill>
        <p:spPr>
          <a:xfrm>
            <a:off x="0" y="1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4000" dirty="0"/>
              <a:t>Gameplay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1. Create/Join Room</a:t>
            </a:r>
          </a:p>
          <a:p>
            <a:pPr>
              <a:defRPr sz="2200"/>
            </a:pPr>
            <a:r>
              <a:t>2. Start Match</a:t>
            </a:r>
          </a:p>
          <a:p>
            <a:pPr>
              <a:defRPr sz="2200"/>
            </a:pPr>
            <a:r>
              <a:t>3. Roll Dice</a:t>
            </a:r>
          </a:p>
          <a:p>
            <a:pPr>
              <a:defRPr sz="2200"/>
            </a:pPr>
            <a:r>
              <a:t>4. Validate Move</a:t>
            </a:r>
          </a:p>
          <a:p>
            <a:pPr>
              <a:defRPr sz="2200"/>
            </a:pPr>
            <a:r>
              <a:t>5. Broadcast State</a:t>
            </a:r>
          </a:p>
          <a:p>
            <a:pPr>
              <a:defRPr sz="2200"/>
            </a:pPr>
            <a:r>
              <a:t>6. Win Detection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D01956D-9791-660F-2CD1-5071DA84EE1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"/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4000" dirty="0"/>
              <a:t>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  <a:defRPr sz="2200"/>
            </a:pPr>
            <a:r>
              <a:rPr sz="3600" dirty="0"/>
              <a:t>Core</a:t>
            </a:r>
            <a:r>
              <a:rPr dirty="0"/>
              <a:t>: </a:t>
            </a:r>
            <a:endParaRPr lang="en-US" dirty="0"/>
          </a:p>
          <a:p>
            <a:pPr>
              <a:defRPr sz="2200"/>
            </a:pPr>
            <a:r>
              <a:rPr dirty="0"/>
              <a:t>Authentication</a:t>
            </a:r>
            <a:endParaRPr lang="en-US" dirty="0"/>
          </a:p>
          <a:p>
            <a:pPr>
              <a:defRPr sz="2200"/>
            </a:pPr>
            <a:r>
              <a:rPr dirty="0"/>
              <a:t>Multiplayer</a:t>
            </a:r>
            <a:endParaRPr lang="en-US" dirty="0"/>
          </a:p>
          <a:p>
            <a:pPr>
              <a:defRPr sz="2200"/>
            </a:pPr>
            <a:r>
              <a:rPr dirty="0"/>
              <a:t>Standard Rules</a:t>
            </a:r>
            <a:endParaRPr lang="en-US" dirty="0"/>
          </a:p>
          <a:p>
            <a:pPr>
              <a:defRPr sz="2200"/>
            </a:pPr>
            <a:r>
              <a:rPr dirty="0"/>
              <a:t>Responsive UI</a:t>
            </a:r>
          </a:p>
          <a:p>
            <a:pPr marL="0" indent="0">
              <a:buNone/>
              <a:defRPr sz="2200"/>
            </a:pPr>
            <a:r>
              <a:rPr sz="3600" dirty="0"/>
              <a:t>Stretch</a:t>
            </a:r>
            <a:r>
              <a:rPr dirty="0"/>
              <a:t>: </a:t>
            </a:r>
            <a:endParaRPr lang="en-US" dirty="0"/>
          </a:p>
          <a:p>
            <a:pPr>
              <a:defRPr sz="2200"/>
            </a:pPr>
            <a:r>
              <a:rPr dirty="0"/>
              <a:t>Chat </a:t>
            </a:r>
            <a:endParaRPr lang="en-US" dirty="0"/>
          </a:p>
          <a:p>
            <a:pPr>
              <a:defRPr sz="2200"/>
            </a:pPr>
            <a:r>
              <a:rPr dirty="0"/>
              <a:t>AI</a:t>
            </a:r>
            <a:r>
              <a:rPr lang="en-US" dirty="0"/>
              <a:t> Player</a:t>
            </a:r>
            <a:r>
              <a:rPr dirty="0"/>
              <a:t> </a:t>
            </a:r>
            <a:endParaRPr lang="en-US" dirty="0"/>
          </a:p>
          <a:p>
            <a:pPr>
              <a:defRPr sz="2200"/>
            </a:pPr>
            <a:r>
              <a:rPr lang="en-US" dirty="0"/>
              <a:t>Multiple Thems </a:t>
            </a: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19EA242-EA11-BAAF-A728-CC1C5E15E16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"/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4000" dirty="0"/>
              <a:t>Expected Outcomes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rPr dirty="0"/>
              <a:t>Public deployment</a:t>
            </a:r>
          </a:p>
          <a:p>
            <a:pPr>
              <a:defRPr sz="2200"/>
            </a:pPr>
            <a:r>
              <a:rPr dirty="0"/>
              <a:t>Centralized backend</a:t>
            </a:r>
          </a:p>
          <a:p>
            <a:pPr>
              <a:defRPr sz="2200"/>
            </a:pPr>
            <a:r>
              <a:rPr dirty="0"/>
              <a:t>Documentation &amp; diagrams</a:t>
            </a:r>
          </a:p>
          <a:p>
            <a:pPr>
              <a:defRPr sz="2200"/>
            </a:pPr>
            <a:r>
              <a:rPr lang="en-US" dirty="0"/>
              <a:t>F</a:t>
            </a:r>
            <a:r>
              <a:rPr dirty="0"/>
              <a:t>ull-stack development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33CCDEF-7DA7-29B7-DD13-C7F65C5AEAA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"/>
          </a:blip>
          <a:stretch>
            <a:fillRect/>
          </a:stretch>
        </p:blipFill>
        <p:spPr>
          <a:xfrm>
            <a:off x="0" y="0"/>
            <a:ext cx="9144000" cy="685799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4000" dirty="0"/>
              <a:t>Timeline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  <a:defRPr sz="2200"/>
            </a:pPr>
            <a:r>
              <a:rPr sz="3600" dirty="0"/>
              <a:t>Week</a:t>
            </a:r>
            <a:r>
              <a:rPr lang="en-US" sz="4000" dirty="0"/>
              <a:t>:</a:t>
            </a:r>
            <a:r>
              <a:rPr sz="4000" dirty="0"/>
              <a:t> </a:t>
            </a:r>
            <a:endParaRPr lang="en-US" sz="4000" dirty="0"/>
          </a:p>
          <a:p>
            <a:pPr marL="0" indent="0">
              <a:buNone/>
              <a:defRPr sz="2200"/>
            </a:pPr>
            <a:r>
              <a:rPr dirty="0"/>
              <a:t>1</a:t>
            </a:r>
            <a:r>
              <a:rPr lang="en-US" dirty="0"/>
              <a:t>.</a:t>
            </a:r>
            <a:r>
              <a:rPr dirty="0"/>
              <a:t> Design</a:t>
            </a:r>
          </a:p>
          <a:p>
            <a:pPr marL="0" indent="0">
              <a:buNone/>
              <a:defRPr sz="2200"/>
            </a:pPr>
            <a:r>
              <a:rPr lang="en-US" dirty="0"/>
              <a:t>2.</a:t>
            </a:r>
            <a:r>
              <a:rPr dirty="0"/>
              <a:t> Frontend</a:t>
            </a:r>
          </a:p>
          <a:p>
            <a:pPr marL="0" indent="0">
              <a:buNone/>
              <a:defRPr sz="2200"/>
            </a:pPr>
            <a:r>
              <a:rPr lang="en-US" dirty="0"/>
              <a:t>3.</a:t>
            </a:r>
            <a:r>
              <a:rPr dirty="0"/>
              <a:t> Backend</a:t>
            </a:r>
          </a:p>
          <a:p>
            <a:pPr marL="0" indent="0">
              <a:buNone/>
              <a:defRPr sz="2200"/>
            </a:pPr>
            <a:r>
              <a:rPr lang="en-US" dirty="0"/>
              <a:t>4.</a:t>
            </a:r>
            <a:r>
              <a:rPr dirty="0"/>
              <a:t> Integration</a:t>
            </a:r>
            <a:r>
              <a:rPr lang="en-US" dirty="0"/>
              <a:t> And Testing</a:t>
            </a:r>
          </a:p>
          <a:p>
            <a:pPr marL="0" indent="0">
              <a:buNone/>
              <a:defRPr sz="2200"/>
            </a:pPr>
            <a:r>
              <a:rPr lang="en-US" dirty="0"/>
              <a:t>5. Bug Fixing</a:t>
            </a:r>
          </a:p>
          <a:p>
            <a:pPr marL="0" indent="0">
              <a:buNone/>
              <a:defRPr sz="2200"/>
            </a:pPr>
            <a:r>
              <a:rPr lang="en-US" dirty="0"/>
              <a:t>6. Demo</a:t>
            </a: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5A7E082-AEBF-1EE9-98DF-600C5260D8A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"/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TM04033919[[fn=Circuit]]</Template>
  <TotalTime>67</TotalTime>
  <Words>182</Words>
  <Application>Microsoft Office PowerPoint</Application>
  <PresentationFormat>On-screen Show (4:3)</PresentationFormat>
  <Paragraphs>59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Berlin Sans FB Demi</vt:lpstr>
      <vt:lpstr>Tw Cen MT</vt:lpstr>
      <vt:lpstr>Circuit</vt:lpstr>
      <vt:lpstr>CSE299 Junior Design Project</vt:lpstr>
      <vt:lpstr>Introduction &amp; Motivation</vt:lpstr>
      <vt:lpstr>Objectives</vt:lpstr>
      <vt:lpstr>System Architecture</vt:lpstr>
      <vt:lpstr>Gameplay Workflow</vt:lpstr>
      <vt:lpstr>Features</vt:lpstr>
      <vt:lpstr>Expected Outcomes</vt:lpstr>
      <vt:lpstr>Timeline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user</cp:lastModifiedBy>
  <cp:revision>2</cp:revision>
  <dcterms:created xsi:type="dcterms:W3CDTF">2013-01-27T09:14:16Z</dcterms:created>
  <dcterms:modified xsi:type="dcterms:W3CDTF">2026-06-28T16:01:14Z</dcterms:modified>
  <cp:category/>
</cp:coreProperties>
</file>