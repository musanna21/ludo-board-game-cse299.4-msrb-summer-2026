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764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28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883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544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5206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5100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938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1449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467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4005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051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849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325534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7691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9852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7703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0339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992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99871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BEDE60A-9A15-3567-FB22-2840A211E1E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0" y="856163"/>
            <a:ext cx="9144000" cy="514567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" y="-1"/>
            <a:ext cx="9143999" cy="856164"/>
          </a:xfrm>
        </p:spPr>
        <p:txBody>
          <a:bodyPr>
            <a:normAutofit fontScale="90000"/>
          </a:bodyPr>
          <a:lstStyle/>
          <a:p>
            <a:r>
              <a:rPr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CSE299 Junior Design Project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				28 June, 2026</a:t>
            </a:r>
            <a:b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Section 03</a:t>
            </a:r>
            <a:b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course instructor: Mohammad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shifat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-e-rabbi</a:t>
            </a:r>
            <a:endParaRPr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1173406"/>
            <a:ext cx="9144000" cy="200513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31750"/>
          </a:effectLst>
        </p:spPr>
        <p:txBody>
          <a:bodyPr>
            <a:noAutofit/>
          </a:bodyPr>
          <a:lstStyle/>
          <a:p>
            <a:pPr algn="r"/>
            <a:r>
              <a:rPr sz="4000" dirty="0">
                <a:solidFill>
                  <a:schemeClr val="tx1">
                    <a:lumMod val="95000"/>
                  </a:schemeClr>
                </a:solidFill>
                <a:latin typeface="Berlin Sans FB Demi" panose="020E0802020502020306" pitchFamily="34" charset="0"/>
              </a:rPr>
              <a:t>Web-Based Real-Time Multiplayer </a:t>
            </a:r>
            <a:endParaRPr lang="en-US" sz="4000" dirty="0">
              <a:solidFill>
                <a:schemeClr val="tx1">
                  <a:lumMod val="95000"/>
                </a:schemeClr>
              </a:solidFill>
              <a:latin typeface="Berlin Sans FB Demi" panose="020E0802020502020306" pitchFamily="34" charset="0"/>
            </a:endParaRPr>
          </a:p>
          <a:p>
            <a:pPr algn="r"/>
            <a:r>
              <a:rPr sz="4000" dirty="0">
                <a:solidFill>
                  <a:schemeClr val="tx1">
                    <a:lumMod val="95000"/>
                  </a:schemeClr>
                </a:solidFill>
                <a:latin typeface="Berlin Sans FB Demi" panose="020E0802020502020306" pitchFamily="34" charset="0"/>
              </a:rPr>
              <a:t>Ludo</a:t>
            </a:r>
            <a:r>
              <a:rPr lang="en-US" sz="4000" dirty="0">
                <a:solidFill>
                  <a:schemeClr val="tx1">
                    <a:lumMod val="95000"/>
                  </a:schemeClr>
                </a:solidFill>
                <a:latin typeface="Berlin Sans FB Demi" panose="020E0802020502020306" pitchFamily="34" charset="0"/>
              </a:rPr>
              <a:t> </a:t>
            </a:r>
            <a:r>
              <a:rPr sz="4000" dirty="0">
                <a:solidFill>
                  <a:schemeClr val="tx1">
                    <a:lumMod val="95000"/>
                  </a:schemeClr>
                </a:solidFill>
                <a:latin typeface="Berlin Sans FB Demi" panose="020E0802020502020306" pitchFamily="34" charset="0"/>
              </a:rPr>
              <a:t>Gam</a:t>
            </a:r>
            <a:r>
              <a:rPr lang="en-US" sz="4000" dirty="0">
                <a:solidFill>
                  <a:schemeClr val="tx1">
                    <a:lumMod val="95000"/>
                  </a:schemeClr>
                </a:solidFill>
                <a:latin typeface="Berlin Sans FB Demi" panose="020E0802020502020306" pitchFamily="34" charset="0"/>
              </a:rPr>
              <a:t>e </a:t>
            </a:r>
          </a:p>
          <a:p>
            <a:r>
              <a:rPr sz="3600" dirty="0">
                <a:solidFill>
                  <a:schemeClr val="accent5">
                    <a:lumMod val="75000"/>
                  </a:schemeClr>
                </a:solidFill>
                <a:latin typeface="Berlin Sans FB Demi" panose="020E0802020502020306" pitchFamily="34" charset="0"/>
              </a:rPr>
              <a:t>Team</a:t>
            </a:r>
            <a:r>
              <a:rPr lang="en-US" sz="3600" dirty="0">
                <a:solidFill>
                  <a:schemeClr val="accent5">
                    <a:lumMod val="75000"/>
                  </a:schemeClr>
                </a:solidFill>
                <a:latin typeface="Berlin Sans FB Demi" panose="020E0802020502020306" pitchFamily="34" charset="0"/>
              </a:rPr>
              <a:t> Project</a:t>
            </a:r>
          </a:p>
          <a:p>
            <a:r>
              <a:rPr sz="3600" dirty="0">
                <a:solidFill>
                  <a:schemeClr val="accent5">
                    <a:lumMod val="75000"/>
                  </a:schemeClr>
                </a:solidFill>
                <a:latin typeface="Berlin Sans FB Demi" panose="020E0802020502020306" pitchFamily="34" charset="0"/>
              </a:rPr>
              <a:t> Proposal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913496AF-BAE2-25AA-0FB8-30981CF41DC6}"/>
              </a:ext>
            </a:extLst>
          </p:cNvPr>
          <p:cNvSpPr txBox="1">
            <a:spLocks/>
          </p:cNvSpPr>
          <p:nvPr/>
        </p:nvSpPr>
        <p:spPr>
          <a:xfrm>
            <a:off x="5990492" y="4852865"/>
            <a:ext cx="3153508" cy="20051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Berlin Sans FB Demi" panose="020E0802020502020306" pitchFamily="34" charset="0"/>
              </a:rPr>
              <a:t>By</a:t>
            </a:r>
          </a:p>
          <a:p>
            <a:pPr algn="r"/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erlin Sans FB Demi" panose="020E0802020502020306" pitchFamily="34" charset="0"/>
              </a:rPr>
              <a:t>Musanna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Berlin Sans FB Demi" panose="020E0802020502020306" pitchFamily="34" charset="0"/>
              </a:rPr>
              <a:t> Ibn Amin 2233285042 </a:t>
            </a:r>
          </a:p>
          <a:p>
            <a:pPr algn="r"/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Berlin Sans FB Demi" panose="020E0802020502020306" pitchFamily="34" charset="0"/>
              </a:rPr>
              <a:t>Mohiuddin Sefat 2231193642 </a:t>
            </a:r>
          </a:p>
          <a:p>
            <a:pPr algn="r"/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erlin Sans FB Demi" panose="020E0802020502020306" pitchFamily="34" charset="0"/>
              </a:rPr>
              <a:t>Sakiha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Berlin Sans FB Demi" panose="020E0802020502020306" pitchFamily="34" charset="0"/>
              </a:rPr>
              <a:t> Zaman 2233351642 </a:t>
            </a:r>
          </a:p>
          <a:p>
            <a:pPr algn="r"/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Berlin Sans FB Demi" panose="020E0802020502020306" pitchFamily="34" charset="0"/>
              </a:rPr>
              <a:t>Ishraq Hossain Rodro 2311675042 </a:t>
            </a:r>
          </a:p>
          <a:p>
            <a:pPr algn="r"/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Berlin Sans FB Demi" panose="020E0802020502020306" pitchFamily="34" charset="0"/>
              </a:rPr>
              <a:t>Shihab Uddin Patwary 2132685642 </a:t>
            </a:r>
          </a:p>
          <a:p>
            <a:pPr algn="r"/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Berlin Sans FB Demi" panose="020E0802020502020306" pitchFamily="34" charset="0"/>
              </a:rPr>
              <a:t>Md.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erlin Sans FB Demi" panose="020E0802020502020306" pitchFamily="34" charset="0"/>
              </a:rPr>
              <a:t>Sajidul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Berlin Sans FB Demi" panose="020E0802020502020306" pitchFamily="34" charset="0"/>
              </a:rPr>
              <a:t> Islam 2121935642</a:t>
            </a:r>
            <a:endParaRPr lang="en-US" sz="1400" dirty="0">
              <a:solidFill>
                <a:schemeClr val="bg1">
                  <a:lumMod val="95000"/>
                </a:schemeClr>
              </a:solidFill>
              <a:latin typeface="Berlin Sans FB Demi" panose="020E0802020502020306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/>
              <a:t>Introduction &amp;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/>
              <a:t>Popular board game brought to the web</a:t>
            </a:r>
          </a:p>
          <a:p>
            <a:pPr>
              <a:defRPr sz="2200"/>
            </a:pPr>
            <a:r>
              <a:rPr dirty="0"/>
              <a:t>No installation required</a:t>
            </a:r>
          </a:p>
          <a:p>
            <a:pPr>
              <a:defRPr sz="2200"/>
            </a:pPr>
            <a:r>
              <a:rPr dirty="0"/>
              <a:t>Accessible from desktop and mobile</a:t>
            </a:r>
          </a:p>
          <a:p>
            <a:pPr>
              <a:defRPr sz="2200"/>
            </a:pPr>
            <a:r>
              <a:rPr dirty="0"/>
              <a:t>Real-time multiplayer experience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E25B9B-08C9-4929-71F7-5CF281988AD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0" y="1143000"/>
            <a:ext cx="9144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A8EB2B3-57F1-B9D5-11C8-40231839830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/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/>
              <a:t>Real-time synchronization</a:t>
            </a:r>
            <a:endParaRPr lang="en-US" dirty="0"/>
          </a:p>
          <a:p>
            <a:pPr>
              <a:defRPr sz="2200"/>
            </a:pPr>
            <a:r>
              <a:rPr lang="en-US" dirty="0"/>
              <a:t>Secure authentication system</a:t>
            </a:r>
            <a:endParaRPr dirty="0"/>
          </a:p>
          <a:p>
            <a:pPr>
              <a:defRPr sz="2200"/>
            </a:pPr>
            <a:r>
              <a:rPr dirty="0"/>
              <a:t>Cross-device compatibility</a:t>
            </a:r>
          </a:p>
          <a:p>
            <a:pPr>
              <a:defRPr sz="2200"/>
            </a:pPr>
            <a:r>
              <a:rPr dirty="0"/>
              <a:t>Lobby &amp; matchmaking</a:t>
            </a:r>
          </a:p>
          <a:p>
            <a:pPr>
              <a:defRPr sz="2200"/>
            </a:pPr>
            <a:r>
              <a:rPr dirty="0"/>
              <a:t>Reliable state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/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/>
              <a:t>Client: React.js</a:t>
            </a:r>
          </a:p>
          <a:p>
            <a:pPr>
              <a:defRPr sz="2200"/>
            </a:pPr>
            <a:r>
              <a:rPr dirty="0"/>
              <a:t>Server: Node.js + Express</a:t>
            </a:r>
          </a:p>
          <a:p>
            <a:pPr>
              <a:defRPr sz="2200"/>
            </a:pPr>
            <a:r>
              <a:rPr dirty="0"/>
              <a:t>Realtime: Socket.io</a:t>
            </a:r>
          </a:p>
          <a:p>
            <a:pPr>
              <a:defRPr sz="2200"/>
            </a:pPr>
            <a:r>
              <a:rPr dirty="0"/>
              <a:t>Database: MongoDB/PostgreSQL</a:t>
            </a:r>
          </a:p>
          <a:p>
            <a:pPr>
              <a:defRPr sz="2200"/>
            </a:pPr>
            <a:r>
              <a:rPr dirty="0"/>
              <a:t>Server authoritative game logic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639D47-C45F-82DC-C89C-BFFB2A95110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0" y="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/>
              <a:t>Gameplay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1. Create/Join Room</a:t>
            </a:r>
          </a:p>
          <a:p>
            <a:pPr>
              <a:defRPr sz="2200"/>
            </a:pPr>
            <a:r>
              <a:t>2. Start Match</a:t>
            </a:r>
          </a:p>
          <a:p>
            <a:pPr>
              <a:defRPr sz="2200"/>
            </a:pPr>
            <a:r>
              <a:t>3. Roll Dice</a:t>
            </a:r>
          </a:p>
          <a:p>
            <a:pPr>
              <a:defRPr sz="2200"/>
            </a:pPr>
            <a:r>
              <a:t>4. Validate Move</a:t>
            </a:r>
          </a:p>
          <a:p>
            <a:pPr>
              <a:defRPr sz="2200"/>
            </a:pPr>
            <a:r>
              <a:t>5. Broadcast State</a:t>
            </a:r>
          </a:p>
          <a:p>
            <a:pPr>
              <a:defRPr sz="2200"/>
            </a:pPr>
            <a:r>
              <a:t>6. Win Detection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01956D-9791-660F-2CD1-5071DA84EE1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19EA242-EA11-BAAF-A728-CC1C5E15E16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2858639" y="2097088"/>
            <a:ext cx="6144684" cy="460851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/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  <a:defRPr sz="2200"/>
            </a:pPr>
            <a:r>
              <a:rPr sz="3600" dirty="0"/>
              <a:t>Core</a:t>
            </a:r>
            <a:r>
              <a:rPr dirty="0"/>
              <a:t>: </a:t>
            </a:r>
            <a:endParaRPr lang="en-US" dirty="0"/>
          </a:p>
          <a:p>
            <a:pPr>
              <a:defRPr sz="2200"/>
            </a:pPr>
            <a:r>
              <a:rPr dirty="0"/>
              <a:t>Authentication</a:t>
            </a:r>
            <a:endParaRPr lang="en-US" dirty="0"/>
          </a:p>
          <a:p>
            <a:pPr>
              <a:defRPr sz="2200"/>
            </a:pPr>
            <a:r>
              <a:rPr dirty="0"/>
              <a:t>Multiplayer</a:t>
            </a:r>
            <a:endParaRPr lang="en-US" dirty="0"/>
          </a:p>
          <a:p>
            <a:pPr>
              <a:defRPr sz="2200"/>
            </a:pPr>
            <a:r>
              <a:rPr dirty="0"/>
              <a:t>Standard Rules</a:t>
            </a:r>
            <a:endParaRPr lang="en-US" dirty="0"/>
          </a:p>
          <a:p>
            <a:pPr>
              <a:defRPr sz="2200"/>
            </a:pPr>
            <a:r>
              <a:rPr dirty="0"/>
              <a:t>Responsive UI</a:t>
            </a:r>
          </a:p>
          <a:p>
            <a:pPr marL="0" indent="0">
              <a:buNone/>
              <a:defRPr sz="2200"/>
            </a:pPr>
            <a:r>
              <a:rPr sz="3600" dirty="0"/>
              <a:t>Stretch</a:t>
            </a:r>
            <a:r>
              <a:rPr dirty="0"/>
              <a:t>: </a:t>
            </a:r>
            <a:endParaRPr lang="en-US" dirty="0"/>
          </a:p>
          <a:p>
            <a:pPr>
              <a:defRPr sz="2200"/>
            </a:pPr>
            <a:r>
              <a:rPr dirty="0"/>
              <a:t>Chat </a:t>
            </a:r>
            <a:endParaRPr lang="en-US" dirty="0"/>
          </a:p>
          <a:p>
            <a:pPr>
              <a:defRPr sz="2200"/>
            </a:pPr>
            <a:r>
              <a:rPr dirty="0"/>
              <a:t>AI</a:t>
            </a:r>
            <a:r>
              <a:rPr lang="en-US" dirty="0"/>
              <a:t> Player</a:t>
            </a:r>
            <a:r>
              <a:rPr dirty="0"/>
              <a:t> </a:t>
            </a:r>
            <a:endParaRPr lang="en-US" dirty="0"/>
          </a:p>
          <a:p>
            <a:pPr>
              <a:defRPr sz="2200"/>
            </a:pPr>
            <a:r>
              <a:rPr lang="en-US" dirty="0"/>
              <a:t>Multiple Themes 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/>
              <a:t>Expected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/>
              <a:t>Public deployment</a:t>
            </a:r>
          </a:p>
          <a:p>
            <a:pPr>
              <a:defRPr sz="2200"/>
            </a:pPr>
            <a:r>
              <a:rPr dirty="0"/>
              <a:t>Centralized backend</a:t>
            </a:r>
          </a:p>
          <a:p>
            <a:pPr>
              <a:defRPr sz="2200"/>
            </a:pPr>
            <a:r>
              <a:rPr dirty="0"/>
              <a:t>Documentation &amp; diagrams</a:t>
            </a:r>
          </a:p>
          <a:p>
            <a:pPr>
              <a:defRPr sz="2200"/>
            </a:pPr>
            <a:r>
              <a:rPr lang="en-US" dirty="0"/>
              <a:t>F</a:t>
            </a:r>
            <a:r>
              <a:rPr dirty="0"/>
              <a:t>ull-stack development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33CCDEF-7DA7-29B7-DD13-C7F65C5AEAA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/>
              <a:t>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  <a:defRPr sz="2200"/>
            </a:pPr>
            <a:r>
              <a:rPr sz="3600" dirty="0"/>
              <a:t>Week</a:t>
            </a:r>
            <a:r>
              <a:rPr lang="en-US" sz="4000" dirty="0"/>
              <a:t>:</a:t>
            </a:r>
            <a:r>
              <a:rPr sz="4000" dirty="0"/>
              <a:t> </a:t>
            </a:r>
            <a:endParaRPr lang="en-US" sz="4000" dirty="0"/>
          </a:p>
          <a:p>
            <a:pPr marL="0" indent="0">
              <a:buNone/>
              <a:defRPr sz="2200"/>
            </a:pPr>
            <a:r>
              <a:rPr dirty="0"/>
              <a:t>1</a:t>
            </a:r>
            <a:r>
              <a:rPr lang="en-US" dirty="0"/>
              <a:t>.</a:t>
            </a:r>
            <a:r>
              <a:rPr dirty="0"/>
              <a:t> Design</a:t>
            </a:r>
          </a:p>
          <a:p>
            <a:pPr marL="0" indent="0">
              <a:buNone/>
              <a:defRPr sz="2200"/>
            </a:pPr>
            <a:r>
              <a:rPr lang="en-US" dirty="0"/>
              <a:t>2.</a:t>
            </a:r>
            <a:r>
              <a:rPr dirty="0"/>
              <a:t> Frontend</a:t>
            </a:r>
          </a:p>
          <a:p>
            <a:pPr marL="0" indent="0">
              <a:buNone/>
              <a:defRPr sz="2200"/>
            </a:pPr>
            <a:r>
              <a:rPr lang="en-US" dirty="0"/>
              <a:t>3.</a:t>
            </a:r>
            <a:r>
              <a:rPr dirty="0"/>
              <a:t> Backend</a:t>
            </a:r>
          </a:p>
          <a:p>
            <a:pPr marL="0" indent="0">
              <a:buNone/>
              <a:defRPr sz="2200"/>
            </a:pPr>
            <a:r>
              <a:rPr lang="en-US" dirty="0"/>
              <a:t>4.</a:t>
            </a:r>
            <a:r>
              <a:rPr dirty="0"/>
              <a:t> Integration</a:t>
            </a:r>
            <a:r>
              <a:rPr lang="en-US" dirty="0"/>
              <a:t> And Testing</a:t>
            </a:r>
          </a:p>
          <a:p>
            <a:pPr marL="0" indent="0">
              <a:buNone/>
              <a:defRPr sz="2200"/>
            </a:pPr>
            <a:r>
              <a:rPr lang="en-US" dirty="0"/>
              <a:t>5. Bug Fixing</a:t>
            </a:r>
          </a:p>
          <a:p>
            <a:pPr marL="0" indent="0">
              <a:buNone/>
              <a:defRPr sz="2200"/>
            </a:pPr>
            <a:r>
              <a:rPr lang="en-US" dirty="0"/>
              <a:t>6. Demo</a:t>
            </a:r>
            <a:endParaRPr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18C20DB-D45D-4690-CB32-394B1883405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3762889" y="2625893"/>
            <a:ext cx="5239343" cy="3165308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102</TotalTime>
  <Words>199</Words>
  <Application>Microsoft Office PowerPoint</Application>
  <PresentationFormat>On-screen Show (4:3)</PresentationFormat>
  <Paragraphs>59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Berlin Sans FB Demi</vt:lpstr>
      <vt:lpstr>Tw Cen MT</vt:lpstr>
      <vt:lpstr>Circuit</vt:lpstr>
      <vt:lpstr>CSE299 Junior Design Project     28 June, 2026 Section 03 course instructor: Mohammad shifat-e-rabbi</vt:lpstr>
      <vt:lpstr>Introduction &amp; Motivation</vt:lpstr>
      <vt:lpstr>Objectives</vt:lpstr>
      <vt:lpstr>System Architecture</vt:lpstr>
      <vt:lpstr>Gameplay Workflow</vt:lpstr>
      <vt:lpstr>Features</vt:lpstr>
      <vt:lpstr>Expected Outcomes</vt:lpstr>
      <vt:lpstr>Timeline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user</cp:lastModifiedBy>
  <cp:revision>7</cp:revision>
  <dcterms:created xsi:type="dcterms:W3CDTF">2013-01-27T09:14:16Z</dcterms:created>
  <dcterms:modified xsi:type="dcterms:W3CDTF">2026-06-28T18:26:30Z</dcterms:modified>
  <cp:category/>
</cp:coreProperties>
</file>