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jJg2+UgrFuXWcrwnQtXkA2bp5x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85800" y="10515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CSE299 • JUNIOR DESIGN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685800" y="1691640"/>
            <a:ext cx="10698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Web-Based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Real-Time Multiplayer Ludo Game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13232" y="32461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Project Demonstration &amp; Functional Overview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1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713225" y="4010213"/>
            <a:ext cx="3645600" cy="23763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by </a:t>
            </a:r>
            <a:endParaRPr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● Shihab Uddin Patwary (ID: 2132685642) </a:t>
            </a:r>
            <a:endParaRPr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● Md. Sajidul Islam (ID: 2121935642) </a:t>
            </a:r>
            <a:endParaRPr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● Mohiuddin Sefat (ID: 2231193642) </a:t>
            </a:r>
            <a:endParaRPr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● Sakiha Zaman (ID: 2233351642) </a:t>
            </a:r>
            <a:endParaRPr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● Ishraq Hossain Rodro (ID: 2311675042) </a:t>
            </a:r>
            <a:endParaRPr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● Musanna Ibn Amin (ID: 2233285042)</a:t>
            </a:r>
            <a:endParaRPr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Project at a Glance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What the current implementation provides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640080" y="1508760"/>
            <a:ext cx="352044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22959" y="1655063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822959" y="2075688"/>
            <a:ext cx="31546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Registered users can create an account and log in with username or email. A guest can also enter without registration.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4343400" y="1508760"/>
            <a:ext cx="352044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526280" y="1655063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Game Lobby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526280" y="2075688"/>
            <a:ext cx="31546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Three play modes: Same Device, Remote Online, and Play AI. Local games support 2–4 players.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8046720" y="1508760"/>
            <a:ext cx="352044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8229600" y="1655063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Ludo Engine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8229600" y="2075688"/>
            <a:ext cx="31546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Turn management, dice rules, legal moves, captures, safe squares, extra turns and win detection are implemented.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40080" y="3657600"/>
            <a:ext cx="352044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822959" y="380390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Remote Multiplayer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822959" y="4224528"/>
            <a:ext cx="31546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Peer-to-peer WebRTC data channels connect players. The host keeps the authoritative game state.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343400" y="3657600"/>
            <a:ext cx="352044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526280" y="380390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AI Opponents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4526280" y="4224528"/>
            <a:ext cx="31546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AI can use built-in heuristic logic; an optional Gemini API can make move decisions.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8046720" y="3657600"/>
            <a:ext cx="352044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229600" y="380390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Responsive UI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8229600" y="4224528"/>
            <a:ext cx="31546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SVG board, clickable movable tokens, dice animation, player panel, turn banner, status log and win modal.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 Journey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End-to-end flow of the application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94360" y="1828800"/>
            <a:ext cx="1600200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731520" y="201168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731520" y="25146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Landing Page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731520" y="30632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Login • Sign Up • Guest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2496312" y="1828800"/>
            <a:ext cx="1600200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2633472" y="201168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2633472" y="25146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2633472" y="30632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Create account or authenticate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398264" y="1828800"/>
            <a:ext cx="1600200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535424" y="201168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4535424" y="25146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Game Lobby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4535424" y="30632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Choose Local • Remote • AI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6300216" y="1828800"/>
            <a:ext cx="1600200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6437376" y="201168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6437376" y="25146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Game Setup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6437376" y="30632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Players, names, connections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8202168" y="1828800"/>
            <a:ext cx="1600200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8339328" y="201168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339328" y="25146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Gameplay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8339328" y="30632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Roll → select token → state update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10104120" y="1828800"/>
            <a:ext cx="1600200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0241280" y="201168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10241280" y="25146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Finish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10241280" y="30632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Winner modal → back to lobby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Authentication &amp; Session Management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40080" y="1417320"/>
            <a:ext cx="530352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822959" y="1563624"/>
            <a:ext cx="4937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Sign Up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822959" y="1984248"/>
            <a:ext cx="4937759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Email, username, password and password confirmation are collected. Password mismatch is validated, duplicate username/email is rejected, and the account is stored in localStorage.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217920" y="1417320"/>
            <a:ext cx="530352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6400800" y="1563624"/>
            <a:ext cx="4937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6400800" y="1984248"/>
            <a:ext cx="4937759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Accepts username OR email plus password. Valid credentials create an active registered session and redirect to the lobby.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640080" y="3611880"/>
            <a:ext cx="530352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822959" y="3758184"/>
            <a:ext cx="4937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Guest Mode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822959" y="4178808"/>
            <a:ext cx="4937759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landing page can generate a guest UUID and create a guest session without registration.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217920" y="3611880"/>
            <a:ext cx="530352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6400800" y="3758184"/>
            <a:ext cx="4937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Route Protection &amp; Logout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6400800" y="4178808"/>
            <a:ext cx="4937759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Game/lobby pages check for an active session. Logout clears the current session and local player setup.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Game Lobby &amp; Play Modes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central configuration screen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640080" y="1371600"/>
            <a:ext cx="347472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822959" y="151790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Same Device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822959" y="1938528"/>
            <a:ext cx="3108960" cy="3584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2, 3 or 4 players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Enter player names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Unique names are enforced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Pass-and-play on one device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Starts the standard local game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4361688" y="1371600"/>
            <a:ext cx="347472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Remote (Online)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4544568" y="1938528"/>
            <a:ext cx="3108960" cy="3584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Host or Join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Up to 4 players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Manual invite/answer code exchange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Peer-to-peer WebRTC connection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Host starts the match after players connect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083296" y="1371600"/>
            <a:ext cx="347472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8266175" y="151790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Play AI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8266175" y="1938528"/>
            <a:ext cx="3108960" cy="3584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1–3 AI opponents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Player chooses own name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Optional Gemini API key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Built-in heuristic fallback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AI automatically rolls and selects legal moves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Game Board &amp; User Interface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What the player sees during gameplay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640080" y="132588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822959" y="1472184"/>
            <a:ext cx="4937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Board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822959" y="1892807"/>
            <a:ext cx="4937759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SVG-rendered 600×600 board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Four colored yards and four home columns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52 shared track positions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Safe-square stars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Direction arrows and center hub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Four tokens per player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Movable tokens are visually highlighted</a:t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217920" y="132588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6400800" y="1472184"/>
            <a:ext cx="4937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Controls &amp; Feedback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6400800" y="1892807"/>
            <a:ext cx="4937759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Current-turn banner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Animated dice face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Roll Dice button with state-based disabling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Player list with active-player highlight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Game status/event log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Built-in How to Play panel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Winner modal and return-to-lobby action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Core Ludo Rules Implemented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rule engine is centralized and validates moves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777240" y="1371600"/>
            <a:ext cx="530352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2–4 players are required for a game.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Each player controls 4 tokens.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A token in base requires a 6 to enter the track.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Tokens progress around a 52-square shared track.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Eight safe squares prevent captures.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Landing on an opponent on a non-safe square sends that token back to base.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Home stretch is represented by steps 52–56; final home is step 57.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6263640" y="1371600"/>
            <a:ext cx="52120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Rolling a 6 grants another roll.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Capturing an opponent grants another roll.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Reaching home grants another roll.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Three consecutive sixes forfeit the roll and pass the turn.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If no legal move exists, the turn automatically passes.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All four tokens reaching home makes the player the winner.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Finished players are skipped when advancing turns.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Turn &amp; Move Validation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Preventing illegal actions and inconsistent state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40080" y="1417320"/>
            <a:ext cx="347472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822959" y="156362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1. Roll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822959" y="1984248"/>
            <a:ext cx="3108960" cy="3401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engine rejects rolling after a roll is already pending. The UI disables the Roll button during animation, when it is not the player's turn, and when the game is over.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4361688" y="1417320"/>
            <a:ext cx="347472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4544568" y="156362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2. Legal Moves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4544568" y="1984248"/>
            <a:ext cx="3108960" cy="3401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engine calculates which tokens can move for the rolled value. Tokens in base require a 6; finished tokens cannot move; movement cannot exceed the final step.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8083296" y="1417320"/>
            <a:ext cx="347472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8266175" y="156362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3. Apply Move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8266175" y="1984248"/>
            <a:ext cx="3108960" cy="3401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Only legal token indices are accepted. Captures, home arrival, extra turns, winner detection and next-turn selection are then processed.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Remote Multiplayer Architecture</a:t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Serverless peer-to-peer design used by the current code</a:t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914400" y="2011680"/>
            <a:ext cx="283464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1051560" y="23317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Host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1051560" y="28803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Authoritative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LudoGame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617720" y="2011680"/>
            <a:ext cx="283464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4754880" y="23317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WebRTC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Channel</a:t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4754880" y="28803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Peer-to-peer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+ intents</a:t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8321040" y="2011680"/>
            <a:ext cx="283464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8458200" y="23317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Joiner(s)</a:t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8458200" y="28803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Thin clients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 state</a:t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3703320" y="2514600"/>
            <a:ext cx="685800" cy="5486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406640" y="2514600"/>
            <a:ext cx="685800" cy="5486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1005840" y="4160520"/>
            <a:ext cx="10149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host runs the only authoritative LudoGame instance. Joiners send roll/move intents; the host validates actions and broadcasts serialized state. Connection setup uses manual invite/answer code exchange because there is no signaling server.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AI Opponent</a:t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Two-level AI decision system</a:t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640080" y="1417320"/>
            <a:ext cx="530352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822959" y="1563624"/>
            <a:ext cx="4937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Optional Gemini Decision Layer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822959" y="1984248"/>
            <a:ext cx="4937759" cy="3493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If an API key is provided, the game sends the current board situation and legal token choices to Gemini 2.5 Flash and requests a JSON tokenIndex decision. The result is checked against the legal moves before use.</a:t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6217920" y="1417320"/>
            <a:ext cx="530352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6400800" y="1563624"/>
            <a:ext cx="4937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Built-In Heuristic Fallback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6400800" y="1984248"/>
            <a:ext cx="4937759" cy="3493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Without Gemini—or if the API call fails—the AI chooses using deterministic logic. It prioritizes captures, reaching home, getting tokens out of base, and general progress while considering safe squares.</a:t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AI turns are scheduled automatically; the engine still enforces the same legal-move rules.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Game State &amp; Rendering</a:t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Separation of state, rules and presentation</a:t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640080" y="1417320"/>
            <a:ext cx="347472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 txBox="1"/>
          <p:nvPr/>
        </p:nvSpPr>
        <p:spPr>
          <a:xfrm>
            <a:off x="822959" y="156362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Game State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822959" y="1984248"/>
            <a:ext cx="3108960" cy="3493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Players, current player, dice value, token positions, status, winner and finish order are maintained as structured state.</a:t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4361688" y="1417320"/>
            <a:ext cx="347472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4544568" y="156362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Rule Engine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4544568" y="1984248"/>
            <a:ext cx="3108960" cy="3493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LudoGame handles legalMoves(), rollDice(), moveToken(), captures, extra turns, turn advancement, win detection and serialization.</a:t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8083296" y="1417320"/>
            <a:ext cx="347472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8266175" y="156362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Renderer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8266175" y="1984248"/>
            <a:ext cx="3108960" cy="3493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currentState drives the board, tokens, player panel, turn banner, dice face, logs and controls. Clickability is limited to pending legal moves.</a:t>
            </a:r>
            <a:endParaRPr/>
          </a:p>
        </p:txBody>
      </p:sp>
      <p:sp>
        <p:nvSpPr>
          <p:cNvPr id="275" name="Google Shape;275;p1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Technology &amp; Implementation</a:t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Technologies visible in the submitted implementation</a:t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640080" y="132588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822959" y="147218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HTML5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822959" y="1892807"/>
            <a:ext cx="4892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Page structure and application screens</a:t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6217920" y="132588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6400800" y="147218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CSS3</a:t>
            </a:r>
            <a:endParaRPr/>
          </a:p>
        </p:txBody>
      </p:sp>
      <p:sp>
        <p:nvSpPr>
          <p:cNvPr id="288" name="Google Shape;288;p12"/>
          <p:cNvSpPr txBox="1"/>
          <p:nvPr/>
        </p:nvSpPr>
        <p:spPr>
          <a:xfrm>
            <a:off x="6400800" y="1892807"/>
            <a:ext cx="4892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Responsive layout, cards, controls and visual styling</a:t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640080" y="246888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822959" y="261518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822959" y="3035808"/>
            <a:ext cx="4892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Authentication, lobby, game logic, AI and networking</a:t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6217920" y="246888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 txBox="1"/>
          <p:nvPr/>
        </p:nvSpPr>
        <p:spPr>
          <a:xfrm>
            <a:off x="6400800" y="261518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SVG</a:t>
            </a:r>
            <a:endParaRPr/>
          </a:p>
        </p:txBody>
      </p:sp>
      <p:sp>
        <p:nvSpPr>
          <p:cNvPr id="294" name="Google Shape;294;p12"/>
          <p:cNvSpPr txBox="1"/>
          <p:nvPr/>
        </p:nvSpPr>
        <p:spPr>
          <a:xfrm>
            <a:off x="6400800" y="3035808"/>
            <a:ext cx="4892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Programmatically rendered Ludo board and tokens</a:t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640080" y="361188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822959" y="375818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localStorage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822959" y="4178808"/>
            <a:ext cx="4892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Users, sessions, local players and optional Gemini key</a:t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217920" y="361188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 txBox="1"/>
          <p:nvPr/>
        </p:nvSpPr>
        <p:spPr>
          <a:xfrm>
            <a:off x="6400800" y="375818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WebRTC</a:t>
            </a:r>
            <a:endParaRPr/>
          </a:p>
        </p:txBody>
      </p:sp>
      <p:sp>
        <p:nvSpPr>
          <p:cNvPr id="300" name="Google Shape;300;p12"/>
          <p:cNvSpPr txBox="1"/>
          <p:nvPr/>
        </p:nvSpPr>
        <p:spPr>
          <a:xfrm>
            <a:off x="6400800" y="4178808"/>
            <a:ext cx="4892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Peer-to-peer remote multiplayer data channel</a:t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640080" y="475488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822959" y="490118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STUN</a:t>
            </a:r>
            <a:endParaRPr/>
          </a:p>
        </p:txBody>
      </p:sp>
      <p:sp>
        <p:nvSpPr>
          <p:cNvPr id="303" name="Google Shape;303;p12"/>
          <p:cNvSpPr txBox="1"/>
          <p:nvPr/>
        </p:nvSpPr>
        <p:spPr>
          <a:xfrm>
            <a:off x="822959" y="5321808"/>
            <a:ext cx="4892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Google STUN server used during WebRTC ICE gathering</a:t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6217920" y="475488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6400800" y="490118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Gemini 2.5 Flash</a:t>
            </a:r>
            <a:endParaRPr/>
          </a:p>
        </p:txBody>
      </p:sp>
      <p:sp>
        <p:nvSpPr>
          <p:cNvPr id="306" name="Google Shape;306;p12"/>
          <p:cNvSpPr txBox="1"/>
          <p:nvPr/>
        </p:nvSpPr>
        <p:spPr>
          <a:xfrm>
            <a:off x="6400800" y="5321808"/>
            <a:ext cx="4892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Optional external AI move decision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Functional Demonstration Sequence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Recommended live demo for faculty</a:t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640080" y="1371600"/>
            <a:ext cx="2514600" cy="1737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 txBox="1"/>
          <p:nvPr/>
        </p:nvSpPr>
        <p:spPr>
          <a:xfrm>
            <a:off x="822959" y="151790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Landing</a:t>
            </a:r>
            <a:endParaRPr/>
          </a:p>
        </p:txBody>
      </p:sp>
      <p:sp>
        <p:nvSpPr>
          <p:cNvPr id="317" name="Google Shape;317;p13"/>
          <p:cNvSpPr txBox="1"/>
          <p:nvPr/>
        </p:nvSpPr>
        <p:spPr>
          <a:xfrm>
            <a:off x="822959" y="1938528"/>
            <a:ext cx="2148840" cy="1024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Show Login, Sign Up and Guest entry.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777240" y="15087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3429000" y="1371600"/>
            <a:ext cx="2514600" cy="1737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3611880" y="151790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3611880" y="1938528"/>
            <a:ext cx="2148840" cy="1024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Create an account, then log in.</a:t>
            </a:r>
            <a:endParaRPr/>
          </a:p>
        </p:txBody>
      </p:sp>
      <p:sp>
        <p:nvSpPr>
          <p:cNvPr id="322" name="Google Shape;322;p13"/>
          <p:cNvSpPr txBox="1"/>
          <p:nvPr/>
        </p:nvSpPr>
        <p:spPr>
          <a:xfrm>
            <a:off x="3566160" y="15087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6217920" y="1371600"/>
            <a:ext cx="2514600" cy="1737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 txBox="1"/>
          <p:nvPr/>
        </p:nvSpPr>
        <p:spPr>
          <a:xfrm>
            <a:off x="6400800" y="151790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Lobby</a:t>
            </a:r>
            <a:endParaRPr/>
          </a:p>
        </p:txBody>
      </p:sp>
      <p:sp>
        <p:nvSpPr>
          <p:cNvPr id="325" name="Google Shape;325;p13"/>
          <p:cNvSpPr txBox="1"/>
          <p:nvPr/>
        </p:nvSpPr>
        <p:spPr>
          <a:xfrm>
            <a:off x="6400800" y="1938528"/>
            <a:ext cx="2148840" cy="1024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Demonstrate all three modes.</a:t>
            </a:r>
            <a:endParaRPr/>
          </a:p>
        </p:txBody>
      </p:sp>
      <p:sp>
        <p:nvSpPr>
          <p:cNvPr id="326" name="Google Shape;326;p13"/>
          <p:cNvSpPr txBox="1"/>
          <p:nvPr/>
        </p:nvSpPr>
        <p:spPr>
          <a:xfrm>
            <a:off x="6355080" y="15087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9006839" y="1371600"/>
            <a:ext cx="2514600" cy="1737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9189719" y="151790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Local Game</a:t>
            </a:r>
            <a:endParaRPr/>
          </a:p>
        </p:txBody>
      </p:sp>
      <p:sp>
        <p:nvSpPr>
          <p:cNvPr id="329" name="Google Shape;329;p13"/>
          <p:cNvSpPr txBox="1"/>
          <p:nvPr/>
        </p:nvSpPr>
        <p:spPr>
          <a:xfrm>
            <a:off x="9189719" y="1938528"/>
            <a:ext cx="2148840" cy="1024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2 players; roll, move, capture and extra turn.</a:t>
            </a:r>
            <a:endParaRPr/>
          </a:p>
        </p:txBody>
      </p:sp>
      <p:sp>
        <p:nvSpPr>
          <p:cNvPr id="330" name="Google Shape;330;p13"/>
          <p:cNvSpPr txBox="1"/>
          <p:nvPr/>
        </p:nvSpPr>
        <p:spPr>
          <a:xfrm>
            <a:off x="9143999" y="15087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640080" y="3520440"/>
            <a:ext cx="2514600" cy="1737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 txBox="1"/>
          <p:nvPr/>
        </p:nvSpPr>
        <p:spPr>
          <a:xfrm>
            <a:off x="822959" y="366674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Rules</a:t>
            </a:r>
            <a:endParaRPr/>
          </a:p>
        </p:txBody>
      </p:sp>
      <p:sp>
        <p:nvSpPr>
          <p:cNvPr id="333" name="Google Shape;333;p13"/>
          <p:cNvSpPr txBox="1"/>
          <p:nvPr/>
        </p:nvSpPr>
        <p:spPr>
          <a:xfrm>
            <a:off x="822959" y="4087368"/>
            <a:ext cx="2148840" cy="1024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Demonstrate safe square and no-legal-move behavior.</a:t>
            </a:r>
            <a:endParaRPr/>
          </a:p>
        </p:txBody>
      </p:sp>
      <p:sp>
        <p:nvSpPr>
          <p:cNvPr id="334" name="Google Shape;334;p13"/>
          <p:cNvSpPr txBox="1"/>
          <p:nvPr/>
        </p:nvSpPr>
        <p:spPr>
          <a:xfrm>
            <a:off x="777240" y="365760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3429000" y="3520440"/>
            <a:ext cx="2514600" cy="1737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3611880" y="366674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Remote</a:t>
            </a:r>
            <a:endParaRPr/>
          </a:p>
        </p:txBody>
      </p:sp>
      <p:sp>
        <p:nvSpPr>
          <p:cNvPr id="337" name="Google Shape;337;p13"/>
          <p:cNvSpPr txBox="1"/>
          <p:nvPr/>
        </p:nvSpPr>
        <p:spPr>
          <a:xfrm>
            <a:off x="3611880" y="4087368"/>
            <a:ext cx="2148840" cy="1024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Host → invite code → join → start game.</a:t>
            </a:r>
            <a:endParaRPr/>
          </a:p>
        </p:txBody>
      </p:sp>
      <p:sp>
        <p:nvSpPr>
          <p:cNvPr id="338" name="Google Shape;338;p13"/>
          <p:cNvSpPr txBox="1"/>
          <p:nvPr/>
        </p:nvSpPr>
        <p:spPr>
          <a:xfrm>
            <a:off x="3566160" y="365760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6217920" y="3520440"/>
            <a:ext cx="2514600" cy="1737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 txBox="1"/>
          <p:nvPr/>
        </p:nvSpPr>
        <p:spPr>
          <a:xfrm>
            <a:off x="6400800" y="366674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/>
          </a:p>
        </p:txBody>
      </p:sp>
      <p:sp>
        <p:nvSpPr>
          <p:cNvPr id="341" name="Google Shape;341;p13"/>
          <p:cNvSpPr txBox="1"/>
          <p:nvPr/>
        </p:nvSpPr>
        <p:spPr>
          <a:xfrm>
            <a:off x="6400800" y="4087368"/>
            <a:ext cx="2148840" cy="1024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Start with 1 AI and show automatic decisions.</a:t>
            </a: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6355080" y="365760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9006839" y="3520440"/>
            <a:ext cx="2514600" cy="1737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 txBox="1"/>
          <p:nvPr/>
        </p:nvSpPr>
        <p:spPr>
          <a:xfrm>
            <a:off x="9189719" y="366674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Finish</a:t>
            </a:r>
            <a:endParaRPr/>
          </a:p>
        </p:txBody>
      </p:sp>
      <p:sp>
        <p:nvSpPr>
          <p:cNvPr id="345" name="Google Shape;345;p13"/>
          <p:cNvSpPr txBox="1"/>
          <p:nvPr/>
        </p:nvSpPr>
        <p:spPr>
          <a:xfrm>
            <a:off x="9189719" y="4087368"/>
            <a:ext cx="2148840" cy="1024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Complete a win and show winner modal.</a:t>
            </a:r>
            <a:endParaRPr/>
          </a:p>
        </p:txBody>
      </p:sp>
      <p:sp>
        <p:nvSpPr>
          <p:cNvPr id="346" name="Google Shape;346;p13"/>
          <p:cNvSpPr txBox="1"/>
          <p:nvPr/>
        </p:nvSpPr>
        <p:spPr>
          <a:xfrm>
            <a:off x="9143999" y="365760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347" name="Google Shape;347;p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Makes This Project Demonstrable</a:t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594360" y="896112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Key technical points to emphasize to faculty</a:t>
            </a:r>
            <a:endParaRPr/>
          </a:p>
        </p:txBody>
      </p:sp>
      <p:sp>
        <p:nvSpPr>
          <p:cNvPr id="355" name="Google Shape;355;p14"/>
          <p:cNvSpPr txBox="1"/>
          <p:nvPr/>
        </p:nvSpPr>
        <p:spPr>
          <a:xfrm>
            <a:off x="731520" y="1371600"/>
            <a:ext cx="530352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Multiple gameplay modes in one application.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Actual playable Ludo rule engine rather than a static UI.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Move legality is computed before tokens become clickable.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Remote play uses real peer-to-peer WebRTC data channels.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Host-authoritative state reduces trust in joiner-side actions.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AI has both external reasoning and deterministic fallback.</a:t>
            </a:r>
            <a:endParaRPr/>
          </a:p>
        </p:txBody>
      </p:sp>
      <p:sp>
        <p:nvSpPr>
          <p:cNvPr id="356" name="Google Shape;356;p14"/>
          <p:cNvSpPr txBox="1"/>
          <p:nvPr/>
        </p:nvSpPr>
        <p:spPr>
          <a:xfrm>
            <a:off x="6263640" y="1371600"/>
            <a:ext cx="52120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Procedurally generated SVG board geometry.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Session guards protect lobby/game entry.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State serialization supports synchronization.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User feedback is built into logs, turn indicators and animations.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Win state and finish ordering are explicitly tracked.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Responsive interface supports desktop and smaller screens.</a:t>
            </a:r>
            <a:endParaRPr/>
          </a:p>
        </p:txBody>
      </p:sp>
      <p:sp>
        <p:nvSpPr>
          <p:cNvPr id="357" name="Google Shape;357;p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"/>
          <p:cNvSpPr txBox="1"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1188720" y="2286000"/>
            <a:ext cx="9784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Web-Based Real-Time Multiplayer Ludo Game</a:t>
            </a:r>
            <a:endParaRPr/>
          </a:p>
        </p:txBody>
      </p:sp>
      <p:sp>
        <p:nvSpPr>
          <p:cNvPr id="364" name="Google Shape;364;p15"/>
          <p:cNvSpPr txBox="1"/>
          <p:nvPr/>
        </p:nvSpPr>
        <p:spPr>
          <a:xfrm>
            <a:off x="1463040" y="3200400"/>
            <a:ext cx="9235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 &amp; Demonstration</a:t>
            </a:r>
            <a:endParaRPr/>
          </a:p>
        </p:txBody>
      </p:sp>
      <p:sp>
        <p:nvSpPr>
          <p:cNvPr id="365" name="Google Shape;365;p15"/>
          <p:cNvSpPr txBox="1"/>
          <p:nvPr/>
        </p:nvSpPr>
        <p:spPr>
          <a:xfrm>
            <a:off x="1828800" y="507492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CSE299 • Junior Design • North South University</a:t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CSE299 • Web-Based Real-Time Multiplayer Ludo Game     15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